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128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020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91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7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28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76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71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816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845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44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03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D16CB-A41C-40FD-9A56-9B6C19DFD01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DB975-06B2-4F44-8A4F-02D2A3291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63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" y="6302"/>
            <a:ext cx="12180797" cy="6851698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 rot="21185844">
            <a:off x="5109115" y="1454637"/>
            <a:ext cx="1188392" cy="345733"/>
          </a:xfrm>
          <a:prstGeom prst="rightArrow">
            <a:avLst>
              <a:gd name="adj1" fmla="val 179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12570" y="1741811"/>
            <a:ext cx="3233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选择音频</a:t>
            </a:r>
            <a:r>
              <a:rPr lang="en-US" altLang="zh-CN" dirty="0" smtClean="0">
                <a:solidFill>
                  <a:srgbClr val="FF0000"/>
                </a:solidFill>
              </a:rPr>
              <a:t>or</a:t>
            </a:r>
            <a:r>
              <a:rPr lang="zh-CN" altLang="en-US" dirty="0" smtClean="0">
                <a:solidFill>
                  <a:srgbClr val="FF0000"/>
                </a:solidFill>
              </a:rPr>
              <a:t>视频文件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或直接粘贴会议录音稿至右侧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 rot="6137678">
            <a:off x="3073927" y="3251483"/>
            <a:ext cx="2166826" cy="361335"/>
          </a:xfrm>
          <a:prstGeom prst="rightArrow">
            <a:avLst>
              <a:gd name="adj1" fmla="val 179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11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806600" y="493871"/>
            <a:ext cx="2046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音频选中后，文件名会出现在这里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5670427" y="643060"/>
            <a:ext cx="526164" cy="347951"/>
          </a:xfrm>
          <a:prstGeom prst="rightArrow">
            <a:avLst>
              <a:gd name="adj1" fmla="val 179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219674" y="1629358"/>
            <a:ext cx="2571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点击</a:t>
            </a:r>
            <a:r>
              <a:rPr lang="en-US" altLang="zh-CN" dirty="0" smtClean="0">
                <a:solidFill>
                  <a:srgbClr val="FF0000"/>
                </a:solidFill>
              </a:rPr>
              <a:t>&lt;</a:t>
            </a:r>
            <a:r>
              <a:rPr lang="zh-CN" altLang="en-US" dirty="0" smtClean="0">
                <a:solidFill>
                  <a:srgbClr val="FF0000"/>
                </a:solidFill>
              </a:rPr>
              <a:t>开始转为文字稿</a:t>
            </a:r>
            <a:r>
              <a:rPr lang="en-US" altLang="zh-CN" dirty="0" smtClean="0">
                <a:solidFill>
                  <a:srgbClr val="FF0000"/>
                </a:solidFill>
              </a:rPr>
              <a:t>&gt;</a:t>
            </a:r>
            <a:r>
              <a:rPr lang="zh-CN" altLang="en-US" dirty="0" smtClean="0">
                <a:solidFill>
                  <a:srgbClr val="FF0000"/>
                </a:solidFill>
              </a:rPr>
              <a:t>后，系统会进行处理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 rot="16200000">
            <a:off x="7935098" y="1115417"/>
            <a:ext cx="526164" cy="347951"/>
          </a:xfrm>
          <a:prstGeom prst="rightArrow">
            <a:avLst>
              <a:gd name="adj1" fmla="val 179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15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15217" y="1580287"/>
            <a:ext cx="3264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音频转录完成后会出现在这里，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或者使用自己的语音稿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</a:rPr>
              <a:t>当前录音稿仅作演示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569836" y="1903452"/>
            <a:ext cx="526164" cy="347951"/>
          </a:xfrm>
          <a:prstGeom prst="rightArrow">
            <a:avLst>
              <a:gd name="adj1" fmla="val 179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279132" y="5996956"/>
            <a:ext cx="2770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转录完成后可点击下一步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10049607" y="6039600"/>
            <a:ext cx="526164" cy="347951"/>
          </a:xfrm>
          <a:prstGeom prst="rightArrow">
            <a:avLst>
              <a:gd name="adj1" fmla="val 179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70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37448" y="1844029"/>
            <a:ext cx="42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可选择默认提示词，或者自定义提示词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 rot="16200000">
            <a:off x="6830675" y="1720012"/>
            <a:ext cx="341498" cy="275867"/>
          </a:xfrm>
          <a:prstGeom prst="rightArrow">
            <a:avLst>
              <a:gd name="adj1" fmla="val 179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201105" y="1488613"/>
            <a:ext cx="1728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</a:rPr>
              <a:t>点击即可生成会议纪要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9929413" y="1519811"/>
            <a:ext cx="341498" cy="275867"/>
          </a:xfrm>
          <a:prstGeom prst="rightArrow">
            <a:avLst>
              <a:gd name="adj1" fmla="val 179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262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48364" y="3428999"/>
            <a:ext cx="1674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最终生成效果，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可下拉查看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5925250" y="3682719"/>
            <a:ext cx="341498" cy="275867"/>
          </a:xfrm>
          <a:prstGeom prst="rightArrow">
            <a:avLst>
              <a:gd name="adj1" fmla="val 179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94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88</Words>
  <Application>Microsoft Office PowerPoint</Application>
  <PresentationFormat>宽屏</PresentationFormat>
  <Paragraphs>12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杨雨澳</dc:creator>
  <cp:lastModifiedBy>杨雨澳</cp:lastModifiedBy>
  <cp:revision>6</cp:revision>
  <dcterms:created xsi:type="dcterms:W3CDTF">2025-07-15T04:47:33Z</dcterms:created>
  <dcterms:modified xsi:type="dcterms:W3CDTF">2025-07-15T05:20:49Z</dcterms:modified>
</cp:coreProperties>
</file>